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A314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50292"/>
          </a:xfrm>
          <a:prstGeom prst="rect">
            <a:avLst/>
          </a:prstGeom>
          <a:solidFill>
            <a:srgbClr val="E4AA25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463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E4A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MASSAGE CLUB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4754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E8B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94360" y="987552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Massage Club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94360" y="16642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Masajes ilimitados. Una suscripción.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0" y="16642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A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of 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2057400"/>
            <a:ext cx="7955280" cy="18288"/>
          </a:xfrm>
          <a:prstGeom prst="rect">
            <a:avLst/>
          </a:prstGeom>
          <a:solidFill>
            <a:srgbClr val="DED5C3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212848"/>
            <a:ext cx="2331720" cy="2359152"/>
          </a:xfrm>
          <a:prstGeom prst="rect">
            <a:avLst/>
          </a:prstGeom>
          <a:solidFill>
            <a:srgbClr val="FCFAF7"/>
          </a:solidFill>
          <a:ln/>
        </p:spPr>
      </p:sp>
      <p:sp>
        <p:nvSpPr>
          <p:cNvPr id="11" name="Shape 9"/>
          <p:cNvSpPr/>
          <p:nvPr/>
        </p:nvSpPr>
        <p:spPr>
          <a:xfrm>
            <a:off x="594360" y="2212848"/>
            <a:ext cx="2331720" cy="50292"/>
          </a:xfrm>
          <a:prstGeom prst="rect">
            <a:avLst/>
          </a:prstGeom>
          <a:solidFill>
            <a:srgbClr val="A3142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377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77240" y="2670048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plataforma central — reserva fragmentada entre Google, FB y paseos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plataformas cobran 30–40% de comisión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disponibilidad en tiempo real, sin descubrimiento fácil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2212848"/>
            <a:ext cx="2331720" cy="2359152"/>
          </a:xfrm>
          <a:prstGeom prst="rect">
            <a:avLst/>
          </a:prstGeom>
          <a:solidFill>
            <a:srgbClr val="FCFAF7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0" y="2212848"/>
            <a:ext cx="2331720" cy="50292"/>
          </a:xfrm>
          <a:prstGeom prst="rect">
            <a:avLst/>
          </a:prstGeom>
          <a:solidFill>
            <a:srgbClr val="E4AA25"/>
          </a:solidFill>
          <a:ln/>
        </p:spPr>
      </p:sp>
      <p:sp>
        <p:nvSpPr>
          <p:cNvPr id="16" name="Text 14"/>
          <p:cNvSpPr/>
          <p:nvPr/>
        </p:nvSpPr>
        <p:spPr>
          <a:xfrm>
            <a:off x="3383280" y="2377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E4A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383280" y="2670048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€79/mes — masajes ilimitados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directa — terapeuta cobra 100%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en tiempo real, reserva instantánea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806440" y="2212848"/>
            <a:ext cx="2331720" cy="2359152"/>
          </a:xfrm>
          <a:prstGeom prst="rect">
            <a:avLst/>
          </a:prstGeom>
          <a:solidFill>
            <a:srgbClr val="FCFAF7"/>
          </a:solidFill>
          <a:ln/>
        </p:spPr>
      </p:sp>
      <p:sp>
        <p:nvSpPr>
          <p:cNvPr id="19" name="Shape 17"/>
          <p:cNvSpPr/>
          <p:nvPr/>
        </p:nvSpPr>
        <p:spPr>
          <a:xfrm>
            <a:off x="5806440" y="2212848"/>
            <a:ext cx="2331720" cy="50292"/>
          </a:xfrm>
          <a:prstGeom prst="rect">
            <a:avLst/>
          </a:prstGeom>
          <a:solidFill>
            <a:srgbClr val="A31422"/>
          </a:solidFill>
          <a:ln/>
        </p:spPr>
      </p:sp>
      <p:sp>
        <p:nvSpPr>
          <p:cNvPr id="20" name="Text 18"/>
          <p:cNvSpPr/>
          <p:nvPr/>
        </p:nvSpPr>
        <p:spPr>
          <a:xfrm>
            <a:off x="5989320" y="23774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989320" y="2670048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Profesionales urbanos en Madrid, 25–45 años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Valoran el bienestar y su tiempo por igual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Visitantes frecuentes de estudios de masaje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A3142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B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massageclub.io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321040" y="47548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A314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50292"/>
          </a:xfrm>
          <a:prstGeom prst="rect">
            <a:avLst/>
          </a:prstGeom>
          <a:solidFill>
            <a:srgbClr val="E4AA25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463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E4A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MASSAGE CLUB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4754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E8B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94360" y="987552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we're looking for.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594360" y="1682496"/>
            <a:ext cx="2377440" cy="274320"/>
          </a:xfrm>
          <a:prstGeom prst="rect">
            <a:avLst/>
          </a:prstGeom>
          <a:solidFill>
            <a:srgbClr val="E4AA25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6824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Equity-based  ·  Madrid (hybrid)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858000" y="168249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A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of 3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94360" y="2121408"/>
            <a:ext cx="7955280" cy="18288"/>
          </a:xfrm>
          <a:prstGeom prst="rect">
            <a:avLst/>
          </a:prstGeom>
          <a:solidFill>
            <a:srgbClr val="DED5C3"/>
          </a:solidFill>
          <a:ln/>
        </p:spPr>
      </p:sp>
      <p:sp>
        <p:nvSpPr>
          <p:cNvPr id="11" name="Shape 9"/>
          <p:cNvSpPr/>
          <p:nvPr/>
        </p:nvSpPr>
        <p:spPr>
          <a:xfrm>
            <a:off x="594360" y="2286000"/>
            <a:ext cx="3794760" cy="2395728"/>
          </a:xfrm>
          <a:prstGeom prst="rect">
            <a:avLst/>
          </a:prstGeom>
          <a:solidFill>
            <a:srgbClr val="FCFAF7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286000"/>
            <a:ext cx="3794760" cy="50292"/>
          </a:xfrm>
          <a:prstGeom prst="rect">
            <a:avLst/>
          </a:prstGeom>
          <a:solidFill>
            <a:srgbClr val="A31422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45059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22960" y="276148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development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01752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TypeScript, Supabase — our stack is live and needs a real engineer to own it.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960" y="3383280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thinking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363931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can build features users actually want, not just what sounds good.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2960" y="4005072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fast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4261104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a product, a market, and a plan. We need someone who executes.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2286000"/>
            <a:ext cx="3794760" cy="2395728"/>
          </a:xfrm>
          <a:prstGeom prst="rect">
            <a:avLst/>
          </a:prstGeom>
          <a:solidFill>
            <a:srgbClr val="FCFA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2286000"/>
            <a:ext cx="3794760" cy="50292"/>
          </a:xfrm>
          <a:prstGeom prst="rect">
            <a:avLst/>
          </a:prstGeom>
          <a:solidFill>
            <a:srgbClr val="E4AA25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245059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B67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892040" y="276148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title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301752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early employee — a real co-founder with meaningful equity.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92040" y="3383280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something real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92040" y="363931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consumer app in a city you live in. Real users, real bookings.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92040" y="4005072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Madrid is open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4261104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dominant player. Timing is right. Market is ready.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A31422"/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B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massageclub.io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321040" y="47548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A314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50292"/>
          </a:xfrm>
          <a:prstGeom prst="rect">
            <a:avLst/>
          </a:prstGeom>
          <a:solidFill>
            <a:srgbClr val="E4AA25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463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E4A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MASSAGE CLUB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4754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E8B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THIS, WHY NOW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94360" y="987552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join us.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0" y="9875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A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of 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94360" y="1737360"/>
            <a:ext cx="7955280" cy="18288"/>
          </a:xfrm>
          <a:prstGeom prst="rect">
            <a:avLst/>
          </a:prstGeom>
          <a:solidFill>
            <a:srgbClr val="DED5C3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901952"/>
            <a:ext cx="3794760" cy="1170432"/>
          </a:xfrm>
          <a:prstGeom prst="rect">
            <a:avLst/>
          </a:prstGeom>
          <a:solidFill>
            <a:srgbClr val="FCFAF7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1901952"/>
            <a:ext cx="3794760" cy="50292"/>
          </a:xfrm>
          <a:prstGeom prst="rect">
            <a:avLst/>
          </a:prstGeom>
          <a:solidFill>
            <a:srgbClr val="A31422"/>
          </a:solidFill>
          <a:ln/>
        </p:spPr>
      </p:sp>
      <p:sp>
        <p:nvSpPr>
          <p:cNvPr id="11" name="Text 9"/>
          <p:cNvSpPr/>
          <p:nvPr/>
        </p:nvSpPr>
        <p:spPr>
          <a:xfrm>
            <a:off x="795528" y="20116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52728" y="20299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product, real market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5528" y="239572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is live. The subscription model proven elsewhere. Madrid is untapped and ready.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901952"/>
            <a:ext cx="3794760" cy="1170432"/>
          </a:xfrm>
          <a:prstGeom prst="rect">
            <a:avLst/>
          </a:prstGeom>
          <a:solidFill>
            <a:srgbClr val="FCFAF7"/>
          </a:solidFill>
          <a:ln/>
        </p:spPr>
      </p:sp>
      <p:sp>
        <p:nvSpPr>
          <p:cNvPr id="15" name="Shape 13"/>
          <p:cNvSpPr/>
          <p:nvPr/>
        </p:nvSpPr>
        <p:spPr>
          <a:xfrm>
            <a:off x="4663440" y="1901952"/>
            <a:ext cx="3794760" cy="50292"/>
          </a:xfrm>
          <a:prstGeom prst="rect">
            <a:avLst/>
          </a:prstGeom>
          <a:solidFill>
            <a:srgbClr val="E4AA25"/>
          </a:solidFill>
          <a:ln/>
        </p:spPr>
      </p:sp>
      <p:sp>
        <p:nvSpPr>
          <p:cNvPr id="16" name="Text 14"/>
          <p:cNvSpPr/>
          <p:nvPr/>
        </p:nvSpPr>
        <p:spPr>
          <a:xfrm>
            <a:off x="4864608" y="20116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4A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321808" y="20299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in at the start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64608" y="239572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title, meaningful equity. You build this — not join it.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3246120"/>
            <a:ext cx="3794760" cy="1170432"/>
          </a:xfrm>
          <a:prstGeom prst="rect">
            <a:avLst/>
          </a:prstGeom>
          <a:solidFill>
            <a:srgbClr val="FCFAF7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3246120"/>
            <a:ext cx="3794760" cy="50292"/>
          </a:xfrm>
          <a:prstGeom prst="rect">
            <a:avLst/>
          </a:prstGeom>
          <a:solidFill>
            <a:srgbClr val="A31422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335584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252728" y="33741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market that isn’t going anywhere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" y="373989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is growing. People spend more on their bodies. Right category, right time.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63440" y="3246120"/>
            <a:ext cx="3794760" cy="1170432"/>
          </a:xfrm>
          <a:prstGeom prst="rect">
            <a:avLst/>
          </a:prstGeom>
          <a:solidFill>
            <a:srgbClr val="FCFA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663440" y="3246120"/>
            <a:ext cx="3794760" cy="50292"/>
          </a:xfrm>
          <a:prstGeom prst="rect">
            <a:avLst/>
          </a:prstGeom>
          <a:solidFill>
            <a:srgbClr val="E4AA25"/>
          </a:solidFill>
          <a:ln/>
        </p:spPr>
      </p:sp>
      <p:sp>
        <p:nvSpPr>
          <p:cNvPr id="26" name="Text 24"/>
          <p:cNvSpPr/>
          <p:nvPr/>
        </p:nvSpPr>
        <p:spPr>
          <a:xfrm>
            <a:off x="4864608" y="335584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4A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321808" y="33741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31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something you can show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64608" y="373989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consumer app in a city you live in. Real users, real bookings, real impact.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A31422"/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" y="4754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4A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Interested? Let’s talk.  →  jordan@massageclub.io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21040" y="47548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Massage Club — Co-founder</dc:title>
  <dc:subject>PptxGenJS Presentation</dc:subject>
  <dc:creator>PptxGenJS</dc:creator>
  <cp:lastModifiedBy>PptxGenJS</cp:lastModifiedBy>
  <cp:revision>1</cp:revision>
  <dcterms:created xsi:type="dcterms:W3CDTF">2026-05-25T22:52:14Z</dcterms:created>
  <dcterms:modified xsi:type="dcterms:W3CDTF">2026-05-25T22:52:14Z</dcterms:modified>
</cp:coreProperties>
</file>