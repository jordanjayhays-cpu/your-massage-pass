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0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3D0A1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54864"/>
          </a:xfrm>
          <a:prstGeom prst="rect">
            <a:avLst/>
          </a:prstGeom>
          <a:solidFill>
            <a:srgbClr val="D4A532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645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rgbClr val="D4A532"/>
                </a:solidFill>
              </a:rPr>
              <a:t>MASSAGE CLUB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0" y="164592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DE5D8"/>
                </a:solidFill>
              </a:rPr>
              <a:t>massageclub.io  ·  Madrid, Spain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40080" y="47548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C9B89A"/>
                </a:solidFill>
              </a:rPr>
              <a:t>THE COMPANY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640080" y="1005840"/>
            <a:ext cx="5486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3D0A10"/>
                </a:solidFill>
              </a:rPr>
              <a:t>Massage Club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640080" y="16002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5E4A"/>
                </a:solidFill>
              </a:rPr>
              <a:t>The idea.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858000" y="16002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8A98A"/>
                </a:solidFill>
              </a:rPr>
              <a:t>Slide 1 of 3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640080" y="2057400"/>
            <a:ext cx="7863840" cy="22860"/>
          </a:xfrm>
          <a:prstGeom prst="rect">
            <a:avLst/>
          </a:prstGeom>
          <a:solidFill>
            <a:srgbClr val="D4A532"/>
          </a:solidFill>
          <a:ln/>
        </p:spPr>
      </p:sp>
      <p:sp>
        <p:nvSpPr>
          <p:cNvPr id="11" name="Shape 9"/>
          <p:cNvSpPr/>
          <p:nvPr/>
        </p:nvSpPr>
        <p:spPr>
          <a:xfrm>
            <a:off x="640080" y="2240280"/>
            <a:ext cx="2331720" cy="2423160"/>
          </a:xfrm>
          <a:prstGeom prst="rect">
            <a:avLst/>
          </a:prstGeom>
          <a:solidFill>
            <a:srgbClr val="EDE5D8"/>
          </a:solidFill>
          <a:ln/>
        </p:spPr>
      </p:sp>
      <p:sp>
        <p:nvSpPr>
          <p:cNvPr id="12" name="Shape 10"/>
          <p:cNvSpPr/>
          <p:nvPr/>
        </p:nvSpPr>
        <p:spPr>
          <a:xfrm>
            <a:off x="640080" y="2240280"/>
            <a:ext cx="2331720" cy="54864"/>
          </a:xfrm>
          <a:prstGeom prst="rect">
            <a:avLst/>
          </a:prstGeom>
          <a:solidFill>
            <a:srgbClr val="8B1A2B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2404872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8B1A2B"/>
                </a:solidFill>
              </a:rPr>
              <a:t>THE PROBLEM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822960" y="2715768"/>
            <a:ext cx="1965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E4A"/>
                </a:solidFill>
              </a:rPr>
              <a:t>Booking a massage in Madrid is harder than it should be. No central platform, no live availability, no easy discovery. People give up before they start.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246120" y="2240280"/>
            <a:ext cx="2331720" cy="2423160"/>
          </a:xfrm>
          <a:prstGeom prst="rect">
            <a:avLst/>
          </a:prstGeom>
          <a:solidFill>
            <a:srgbClr val="EDE5D8"/>
          </a:solidFill>
          <a:ln/>
        </p:spPr>
      </p:sp>
      <p:sp>
        <p:nvSpPr>
          <p:cNvPr id="16" name="Shape 14"/>
          <p:cNvSpPr/>
          <p:nvPr/>
        </p:nvSpPr>
        <p:spPr>
          <a:xfrm>
            <a:off x="3246120" y="2240280"/>
            <a:ext cx="2331720" cy="54864"/>
          </a:xfrm>
          <a:prstGeom prst="rect">
            <a:avLst/>
          </a:prstGeom>
          <a:solidFill>
            <a:srgbClr val="D4A532"/>
          </a:solidFill>
          <a:ln/>
        </p:spPr>
      </p:sp>
      <p:sp>
        <p:nvSpPr>
          <p:cNvPr id="17" name="Text 15"/>
          <p:cNvSpPr/>
          <p:nvPr/>
        </p:nvSpPr>
        <p:spPr>
          <a:xfrm>
            <a:off x="3429000" y="2404872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D4A532"/>
                </a:solidFill>
              </a:rPr>
              <a:t>THE SOLUTION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3429000" y="2715768"/>
            <a:ext cx="1965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E4A"/>
                </a:solidFill>
              </a:rPr>
              <a:t>One app. Every top massage studio in the city. Real availability, instant booking, no friction.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852160" y="2240280"/>
            <a:ext cx="2331720" cy="2423160"/>
          </a:xfrm>
          <a:prstGeom prst="rect">
            <a:avLst/>
          </a:prstGeom>
          <a:solidFill>
            <a:srgbClr val="EDE5D8"/>
          </a:solidFill>
          <a:ln/>
        </p:spPr>
      </p:sp>
      <p:sp>
        <p:nvSpPr>
          <p:cNvPr id="20" name="Shape 18"/>
          <p:cNvSpPr/>
          <p:nvPr/>
        </p:nvSpPr>
        <p:spPr>
          <a:xfrm>
            <a:off x="5852160" y="2240280"/>
            <a:ext cx="2331720" cy="54864"/>
          </a:xfrm>
          <a:prstGeom prst="rect">
            <a:avLst/>
          </a:prstGeom>
          <a:solidFill>
            <a:srgbClr val="3D0A10"/>
          </a:solidFill>
          <a:ln/>
        </p:spPr>
      </p:sp>
      <p:sp>
        <p:nvSpPr>
          <p:cNvPr id="21" name="Text 19"/>
          <p:cNvSpPr/>
          <p:nvPr/>
        </p:nvSpPr>
        <p:spPr>
          <a:xfrm>
            <a:off x="6035040" y="2404872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3D0A10"/>
                </a:solidFill>
              </a:rPr>
              <a:t>TARGET AUDIENCE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6035040" y="2715768"/>
            <a:ext cx="1965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E4A"/>
                </a:solidFill>
              </a:rPr>
              <a:t>Urban professionals in Madrid, 25–45, who value wellbeing and their time equally.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3D0A10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47365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9B89A"/>
                </a:solidFill>
              </a:rPr>
              <a:t>Current team: Founder (solo)  ·  massageclub.io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412480" y="473659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7355"/>
                </a:solidFill>
              </a:rPr>
              <a:t>01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0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3D0A1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54864"/>
          </a:xfrm>
          <a:prstGeom prst="rect">
            <a:avLst/>
          </a:prstGeom>
          <a:solidFill>
            <a:srgbClr val="D4A532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645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rgbClr val="D4A532"/>
                </a:solidFill>
              </a:rPr>
              <a:t>MASSAGE CLUB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0" y="16459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DE5D8"/>
                </a:solidFill>
              </a:rPr>
              <a:t>Co-founder · CTO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40080" y="47548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C9B89A"/>
                </a:solidFill>
              </a:rPr>
              <a:t>OPEN POSITION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640080" y="1005840"/>
            <a:ext cx="6400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3D0A10"/>
                </a:solidFill>
              </a:rPr>
              <a:t>Who we're looking for.</a:t>
            </a:r>
            <a:endParaRPr lang="en-US" sz="3800" dirty="0"/>
          </a:p>
        </p:txBody>
      </p:sp>
      <p:sp>
        <p:nvSpPr>
          <p:cNvPr id="8" name="Text 6"/>
          <p:cNvSpPr/>
          <p:nvPr/>
        </p:nvSpPr>
        <p:spPr>
          <a:xfrm>
            <a:off x="640080" y="16276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5E4A"/>
                </a:solidFill>
              </a:rPr>
              <a:t>Equity-based  ·  Madrid (hybrid)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858000" y="162763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8A98A"/>
                </a:solidFill>
              </a:rPr>
              <a:t>Slide 2 of 3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640080" y="2084832"/>
            <a:ext cx="7863840" cy="22860"/>
          </a:xfrm>
          <a:prstGeom prst="rect">
            <a:avLst/>
          </a:prstGeom>
          <a:solidFill>
            <a:srgbClr val="D4A532"/>
          </a:solidFill>
          <a:ln/>
        </p:spPr>
      </p:sp>
      <p:sp>
        <p:nvSpPr>
          <p:cNvPr id="11" name="Shape 9"/>
          <p:cNvSpPr/>
          <p:nvPr/>
        </p:nvSpPr>
        <p:spPr>
          <a:xfrm>
            <a:off x="640080" y="2286000"/>
            <a:ext cx="3794760" cy="2331720"/>
          </a:xfrm>
          <a:prstGeom prst="rect">
            <a:avLst/>
          </a:prstGeom>
          <a:solidFill>
            <a:srgbClr val="EDE5D8"/>
          </a:solidFill>
          <a:ln/>
        </p:spPr>
      </p:sp>
      <p:sp>
        <p:nvSpPr>
          <p:cNvPr id="12" name="Shape 10"/>
          <p:cNvSpPr/>
          <p:nvPr/>
        </p:nvSpPr>
        <p:spPr>
          <a:xfrm>
            <a:off x="640080" y="2286000"/>
            <a:ext cx="3794760" cy="54864"/>
          </a:xfrm>
          <a:prstGeom prst="rect">
            <a:avLst/>
          </a:prstGeom>
          <a:solidFill>
            <a:srgbClr val="8B1A2B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2450592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8B1A2B"/>
                </a:solidFill>
              </a:rPr>
              <a:t>WHAT WE NEED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868680" y="278892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D0A10"/>
                </a:solidFill>
              </a:rPr>
              <a:t>Full-stack development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68680" y="3035808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5E4A"/>
                </a:solidFill>
              </a:rPr>
              <a:t>React, TypeScript, Supabase — our stack is live and needs a real engineer to own it.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868680" y="338328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D0A10"/>
                </a:solidFill>
              </a:rPr>
              <a:t>Product thinking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68680" y="3630168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5E4A"/>
                </a:solidFill>
              </a:rPr>
              <a:t>Someone who can build features users actually want, not just what sounds good.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868680" y="397764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D0A10"/>
                </a:solidFill>
              </a:rPr>
              <a:t>Move fast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68680" y="4224528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5E4A"/>
                </a:solidFill>
              </a:rPr>
              <a:t>We have a product, a market, and a plan. We need someone who executes.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709160" y="2286000"/>
            <a:ext cx="3794760" cy="2331720"/>
          </a:xfrm>
          <a:prstGeom prst="rect">
            <a:avLst/>
          </a:prstGeom>
          <a:solidFill>
            <a:srgbClr val="EDE5D8"/>
          </a:solidFill>
          <a:ln/>
        </p:spPr>
      </p:sp>
      <p:sp>
        <p:nvSpPr>
          <p:cNvPr id="21" name="Shape 19"/>
          <p:cNvSpPr/>
          <p:nvPr/>
        </p:nvSpPr>
        <p:spPr>
          <a:xfrm>
            <a:off x="4709160" y="2286000"/>
            <a:ext cx="3794760" cy="54864"/>
          </a:xfrm>
          <a:prstGeom prst="rect">
            <a:avLst/>
          </a:prstGeom>
          <a:solidFill>
            <a:srgbClr val="D4A532"/>
          </a:solidFill>
          <a:ln/>
        </p:spPr>
      </p:sp>
      <p:sp>
        <p:nvSpPr>
          <p:cNvPr id="22" name="Text 20"/>
          <p:cNvSpPr/>
          <p:nvPr/>
        </p:nvSpPr>
        <p:spPr>
          <a:xfrm>
            <a:off x="4937760" y="2450592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9A7A2E"/>
                </a:solidFill>
              </a:rPr>
              <a:t>THE OPPORTUNITY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4937760" y="278892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D0A10"/>
                </a:solidFill>
              </a:rPr>
              <a:t>Co-founder title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937760" y="3035808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5E4A"/>
                </a:solidFill>
              </a:rPr>
              <a:t>Not an early employee — a real co-founder with meaningful equity.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4937760" y="338328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D0A10"/>
                </a:solidFill>
              </a:rPr>
              <a:t>Build something real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937760" y="3630168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5E4A"/>
                </a:solidFill>
              </a:rPr>
              <a:t>A consumer app in a city you live in. Real users, real bookings.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4937760" y="397764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D0A10"/>
                </a:solidFill>
              </a:rPr>
              <a:t>Market ready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937760" y="4224528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5E4A"/>
                </a:solidFill>
              </a:rPr>
              <a:t>Madrid is untapped. No dominant player. Timing is right.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3D0A10"/>
          </a:solidFill>
          <a:ln/>
        </p:spPr>
      </p:sp>
      <p:sp>
        <p:nvSpPr>
          <p:cNvPr id="30" name="Text 28"/>
          <p:cNvSpPr/>
          <p:nvPr/>
        </p:nvSpPr>
        <p:spPr>
          <a:xfrm>
            <a:off x="640080" y="47365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9B89A"/>
                </a:solidFill>
              </a:rPr>
              <a:t>massageclub.io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8412480" y="473659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7355"/>
                </a:solidFill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0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3D0A1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54864"/>
          </a:xfrm>
          <a:prstGeom prst="rect">
            <a:avLst/>
          </a:prstGeom>
          <a:solidFill>
            <a:srgbClr val="D4A532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645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rgbClr val="D4A532"/>
                </a:solidFill>
              </a:rPr>
              <a:t>MASSAGE CLUB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0" y="16459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DE5D8"/>
                </a:solidFill>
              </a:rPr>
              <a:t>massageclub.io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40080" y="47548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C9B89A"/>
                </a:solidFill>
              </a:rPr>
              <a:t>WHY THIS, WHY NOW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640080" y="1005840"/>
            <a:ext cx="6400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3D0A10"/>
                </a:solidFill>
              </a:rPr>
              <a:t>Why join us.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6858000" y="100584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8A98A"/>
                </a:solidFill>
              </a:rPr>
              <a:t>Slide 3 of 3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640080" y="1755648"/>
            <a:ext cx="7863840" cy="22860"/>
          </a:xfrm>
          <a:prstGeom prst="rect">
            <a:avLst/>
          </a:prstGeom>
          <a:solidFill>
            <a:srgbClr val="D4A532"/>
          </a:solidFill>
          <a:ln/>
        </p:spPr>
      </p:sp>
      <p:sp>
        <p:nvSpPr>
          <p:cNvPr id="10" name="Shape 8"/>
          <p:cNvSpPr/>
          <p:nvPr/>
        </p:nvSpPr>
        <p:spPr>
          <a:xfrm>
            <a:off x="640080" y="1920240"/>
            <a:ext cx="3794760" cy="1170432"/>
          </a:xfrm>
          <a:prstGeom prst="rect">
            <a:avLst/>
          </a:prstGeom>
          <a:solidFill>
            <a:srgbClr val="EDE5D8"/>
          </a:solidFill>
          <a:ln/>
        </p:spPr>
      </p:sp>
      <p:sp>
        <p:nvSpPr>
          <p:cNvPr id="11" name="Shape 9"/>
          <p:cNvSpPr/>
          <p:nvPr/>
        </p:nvSpPr>
        <p:spPr>
          <a:xfrm>
            <a:off x="640080" y="1920240"/>
            <a:ext cx="3794760" cy="54864"/>
          </a:xfrm>
          <a:prstGeom prst="rect">
            <a:avLst/>
          </a:prstGeom>
          <a:solidFill>
            <a:srgbClr val="3D0A10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2048256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D0A10"/>
                </a:solidFill>
              </a:rPr>
              <a:t>01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325880" y="2066544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0A10"/>
                </a:solidFill>
              </a:rPr>
              <a:t>Real product, real market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68680" y="2432304"/>
            <a:ext cx="3337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E4A"/>
                </a:solidFill>
              </a:rPr>
              <a:t>The app is live. The model is proven elsewhere. Madrid is untapped and ready.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709160" y="1920240"/>
            <a:ext cx="3794760" cy="1170432"/>
          </a:xfrm>
          <a:prstGeom prst="rect">
            <a:avLst/>
          </a:prstGeom>
          <a:solidFill>
            <a:srgbClr val="EDE5D8"/>
          </a:solidFill>
          <a:ln/>
        </p:spPr>
      </p:sp>
      <p:sp>
        <p:nvSpPr>
          <p:cNvPr id="16" name="Shape 14"/>
          <p:cNvSpPr/>
          <p:nvPr/>
        </p:nvSpPr>
        <p:spPr>
          <a:xfrm>
            <a:off x="4709160" y="1920240"/>
            <a:ext cx="3794760" cy="54864"/>
          </a:xfrm>
          <a:prstGeom prst="rect">
            <a:avLst/>
          </a:prstGeom>
          <a:solidFill>
            <a:srgbClr val="8B1A2B"/>
          </a:solidFill>
          <a:ln/>
        </p:spPr>
      </p:sp>
      <p:sp>
        <p:nvSpPr>
          <p:cNvPr id="17" name="Text 15"/>
          <p:cNvSpPr/>
          <p:nvPr/>
        </p:nvSpPr>
        <p:spPr>
          <a:xfrm>
            <a:off x="4937760" y="2048256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B1A2B"/>
                </a:solidFill>
              </a:rPr>
              <a:t>02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5394960" y="2066544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0A10"/>
                </a:solidFill>
              </a:rPr>
              <a:t>Get in at the start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937760" y="2432304"/>
            <a:ext cx="3337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E4A"/>
                </a:solidFill>
              </a:rPr>
              <a:t>Co-founder title, meaningful equity. You won't be employee #47 — you build this.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40080" y="3291840"/>
            <a:ext cx="3794760" cy="1170432"/>
          </a:xfrm>
          <a:prstGeom prst="rect">
            <a:avLst/>
          </a:prstGeom>
          <a:solidFill>
            <a:srgbClr val="EDE5D8"/>
          </a:solidFill>
          <a:ln/>
        </p:spPr>
      </p:sp>
      <p:sp>
        <p:nvSpPr>
          <p:cNvPr id="21" name="Shape 19"/>
          <p:cNvSpPr/>
          <p:nvPr/>
        </p:nvSpPr>
        <p:spPr>
          <a:xfrm>
            <a:off x="640080" y="3291840"/>
            <a:ext cx="3794760" cy="54864"/>
          </a:xfrm>
          <a:prstGeom prst="rect">
            <a:avLst/>
          </a:prstGeom>
          <a:solidFill>
            <a:srgbClr val="D4A532"/>
          </a:solidFill>
          <a:ln/>
        </p:spPr>
      </p:sp>
      <p:sp>
        <p:nvSpPr>
          <p:cNvPr id="22" name="Text 20"/>
          <p:cNvSpPr/>
          <p:nvPr/>
        </p:nvSpPr>
        <p:spPr>
          <a:xfrm>
            <a:off x="868680" y="3419856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4A532"/>
                </a:solidFill>
              </a:rPr>
              <a:t>03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1325880" y="3438144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0A10"/>
                </a:solidFill>
              </a:rPr>
              <a:t>A market that isn’t going anywhere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68680" y="3803904"/>
            <a:ext cx="3337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E4A"/>
                </a:solidFill>
              </a:rPr>
              <a:t>Wellness is growing. People spend more on their bodies. Right category, right time.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709160" y="3291840"/>
            <a:ext cx="3794760" cy="1170432"/>
          </a:xfrm>
          <a:prstGeom prst="rect">
            <a:avLst/>
          </a:prstGeom>
          <a:solidFill>
            <a:srgbClr val="EDE5D8"/>
          </a:solidFill>
          <a:ln/>
        </p:spPr>
      </p:sp>
      <p:sp>
        <p:nvSpPr>
          <p:cNvPr id="26" name="Shape 24"/>
          <p:cNvSpPr/>
          <p:nvPr/>
        </p:nvSpPr>
        <p:spPr>
          <a:xfrm>
            <a:off x="4709160" y="3291840"/>
            <a:ext cx="3794760" cy="54864"/>
          </a:xfrm>
          <a:prstGeom prst="rect">
            <a:avLst/>
          </a:prstGeom>
          <a:solidFill>
            <a:srgbClr val="3D0A10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3419856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D0A10"/>
                </a:solidFill>
              </a:rPr>
              <a:t>04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5394960" y="3438144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0A10"/>
                </a:solidFill>
              </a:rPr>
              <a:t>Build something you can show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937760" y="3803904"/>
            <a:ext cx="3337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E4A"/>
                </a:solidFill>
              </a:rPr>
              <a:t>A consumer app in a city you live in. Real users, real bookings, real impact.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3D0A10"/>
          </a:solidFill>
          <a:ln/>
        </p:spPr>
      </p:sp>
      <p:sp>
        <p:nvSpPr>
          <p:cNvPr id="31" name="Text 29"/>
          <p:cNvSpPr/>
          <p:nvPr/>
        </p:nvSpPr>
        <p:spPr>
          <a:xfrm>
            <a:off x="640080" y="473659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A532"/>
                </a:solidFill>
              </a:rPr>
              <a:t>Interested? Let’s talk.  →  jordan@massageclub.io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8412480" y="473659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7355"/>
                </a:solidFill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Massage Club — Co-founder</dc:title>
  <dc:subject>PptxGenJS Presentation</dc:subject>
  <dc:creator>PptxGenJS</dc:creator>
  <cp:lastModifiedBy>PptxGenJS</cp:lastModifiedBy>
  <cp:revision>1</cp:revision>
  <dcterms:created xsi:type="dcterms:W3CDTF">2026-05-25T22:39:01Z</dcterms:created>
  <dcterms:modified xsi:type="dcterms:W3CDTF">2026-05-25T22:39:01Z</dcterms:modified>
</cp:coreProperties>
</file>