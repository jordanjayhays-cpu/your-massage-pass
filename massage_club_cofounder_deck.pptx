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4ADE80"/>
                </a:solidFill>
              </a:rPr>
              <a:t>MASSAGE CLUB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0" y="12801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massageclub.io  ·  Madrid, Spain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658368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Build the future of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wellness subscription.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1901952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One app. Every top studio in Madrid. Instant booking.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Real co-founder equity. We're building it now.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7863840" cy="91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16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FB923C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40080" y="3054096"/>
            <a:ext cx="457200" cy="22860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1546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No central platform — fragmented across Google, FB, walk-ins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Platforms take 30–40% commission, therapists lose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No live availability, no easy discovery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91840" y="2816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4ADE80"/>
                </a:solidFill>
              </a:rPr>
              <a:t>THE SOLUTION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91840" y="3054096"/>
            <a:ext cx="457200" cy="2286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31546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Subscription pass — €49/mo unlimited massages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Direct booking — therapist keeps 100%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Live availability, instant booking, one app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2816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0A5FA"/>
                </a:solidFill>
              </a:rPr>
              <a:t>TARGET AUDIENCE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943600" y="3054096"/>
            <a:ext cx="457200" cy="2286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0" y="31546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Urban professionals in Madrid, 25–45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Value wellbeing and time equally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</a:rPr>
              <a:t>Frequent massage-goers, underserved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47548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4ADE80"/>
                </a:solidFill>
              </a:rPr>
              <a:t>MASSAGE CLUB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0" y="128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Co-founder · CTO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6583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Looking for a technical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co-founder.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3108960" cy="310896"/>
          </a:xfrm>
          <a:prstGeom prst="rect">
            <a:avLst/>
          </a:prstGeom>
          <a:solidFill>
            <a:srgbClr val="0F1A14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3736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DE80"/>
                </a:solidFill>
              </a:rPr>
              <a:t>EQUITY-BASED  ·  MADRID (HYBRID)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" y="2212848"/>
            <a:ext cx="7863840" cy="91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774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0A5FA"/>
                </a:solidFill>
              </a:rPr>
              <a:t>WHAT WE NEED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40080" y="2615184"/>
            <a:ext cx="457200" cy="2286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7614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Full-Stack Engineer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0175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React, TypeScript, Supabase — our stack is live. You own the product end-to-end.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3832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Product Thinker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639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Build what users want, not what sounds good in a pitch.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400507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Bias for Action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2611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We have a product and a plan. You ship, iterate, make it real.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46320" y="23774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4ADE80"/>
                </a:solidFill>
              </a:rPr>
              <a:t>THE OPPORTUNITY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846320" y="2615184"/>
            <a:ext cx="457200" cy="2286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7614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Co-founder title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30175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Not an early employee — real equity, real ownership.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33832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Ship something real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6393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 live consumer app. Real bookings in a city you live in.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46320" y="400507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Madrid is open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46320" y="426110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No dominant player. Timing is right. Market is ready.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462686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Your sandbox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48828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React, Supabase, AI features — you own the roadmap.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9" name="Text 27"/>
          <p:cNvSpPr/>
          <p:nvPr/>
        </p:nvSpPr>
        <p:spPr>
          <a:xfrm>
            <a:off x="8412480" y="47548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4ADE80"/>
                </a:solidFill>
              </a:rPr>
              <a:t>MASSAGE CLUB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0" y="128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massageclub.io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6583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Why this. Why now.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Why you.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171907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Four reasons this is the right project at the right moment.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7863840" cy="91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331720"/>
            <a:ext cx="3794760" cy="107899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331720"/>
            <a:ext cx="45720" cy="107899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45973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DE80"/>
                </a:solidFill>
              </a:rPr>
              <a:t>01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247802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Real product, real market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2843784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app is live. The subscription model proven elsewhere. Madrid is untapped.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09160" y="2331720"/>
            <a:ext cx="3794760" cy="107899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Shape 13"/>
          <p:cNvSpPr/>
          <p:nvPr/>
        </p:nvSpPr>
        <p:spPr>
          <a:xfrm>
            <a:off x="4709160" y="2331720"/>
            <a:ext cx="45720" cy="1078992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6" name="Text 14"/>
          <p:cNvSpPr/>
          <p:nvPr/>
        </p:nvSpPr>
        <p:spPr>
          <a:xfrm>
            <a:off x="4892040" y="245973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0A5FA"/>
                </a:solidFill>
              </a:rPr>
              <a:t>02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440680" y="247802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Get in at the start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92040" y="2843784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Co-founder title, meaningful equity. You build this — not join it.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3566160"/>
            <a:ext cx="3794760" cy="107899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566160"/>
            <a:ext cx="45720" cy="1078992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69417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923C"/>
                </a:solidFill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37124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market that isn’t going anywhere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4078224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Wellness is growing. People spend more on their bodies. Right category, right time.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566160"/>
            <a:ext cx="3794760" cy="107899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5" name="Shape 23"/>
          <p:cNvSpPr/>
          <p:nvPr/>
        </p:nvSpPr>
        <p:spPr>
          <a:xfrm>
            <a:off x="4709160" y="3566160"/>
            <a:ext cx="45720" cy="107899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6" name="Text 24"/>
          <p:cNvSpPr/>
          <p:nvPr/>
        </p:nvSpPr>
        <p:spPr>
          <a:xfrm>
            <a:off x="4892040" y="369417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DE80"/>
                </a:solidFill>
              </a:rPr>
              <a:t>04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440680" y="371246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Build something you can show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92040" y="4078224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Consumer app in a city you live in. Real users, real bookings, real impact.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7365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DE80"/>
                </a:solidFill>
              </a:rPr>
              <a:t>Interested? Let's talk.  →  jordan@massageclub.io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412480" y="47548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5555"/>
                </a:solidFill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Massage Club — Co-founder</dc:title>
  <dc:subject>PptxGenJS Presentation</dc:subject>
  <dc:creator>PptxGenJS</dc:creator>
  <cp:lastModifiedBy>PptxGenJS</cp:lastModifiedBy>
  <cp:revision>1</cp:revision>
  <dcterms:created xsi:type="dcterms:W3CDTF">2026-05-25T22:35:45Z</dcterms:created>
  <dcterms:modified xsi:type="dcterms:W3CDTF">2026-05-25T22:35:45Z</dcterms:modified>
</cp:coreProperties>
</file>