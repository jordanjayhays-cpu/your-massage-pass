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475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</a:rPr>
              <a:t>MASSAGE CLUB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massageclub.io  ·  Madrid, Spain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Build the future of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wellness subscription.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One app. Every top studio in Madrid. Instant booking.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We're looking for a technical co-founder to own the product.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7863840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B923C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548640" cy="228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No central platform — booking is fragmented across Google, FB, walk-ins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Platforms take 30–40% commission, therapists hate it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No live availability, no easy discovery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2962656"/>
            <a:ext cx="548640" cy="228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0632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Subscription pass — €49/mo unlimited massages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Direct booking — therapist keeps 100%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Live availability, instant booking, one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0A5FA"/>
                </a:solidFill>
              </a:rPr>
              <a:t>TARGET AUDIENCE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0" y="2962656"/>
            <a:ext cx="548640" cy="228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30632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Urban professionals in Madrid, 25–45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Value wellbeing + time equally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Frequent visitors to massage studios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475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</a:rPr>
              <a:t>MASSAGE CLUB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Co-founder · CTO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Looking for a technical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co-founder.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926080" cy="292608"/>
          </a:xfrm>
          <a:prstGeom prst="rect">
            <a:avLst/>
          </a:prstGeom>
          <a:solidFill>
            <a:srgbClr val="0F1A14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</a:rPr>
              <a:t>EQUITY-BASED  ·  MADRID (HYBRID)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0A5FA"/>
                </a:solidFill>
              </a:rPr>
              <a:t>WHAT WE NEED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523744"/>
            <a:ext cx="548640" cy="228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0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Full-Stack Engineer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07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React, TypeScript, Supabase — our stack is live. You own the product end-to-end.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Thinker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Someone who builds what users actually want, not just what sounds good in a pitch.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986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Bias for 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We have a product, a market, and a plan. You ship, iterate, and make it real.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</a:rPr>
              <a:t>THE OPPORTUNITY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0" y="2523744"/>
            <a:ext cx="548640" cy="228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70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Co-founder title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907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Not an early employee — a real co-founder with real equity.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328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 something real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A live consumer app in a city you live in. Real bookings.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986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Madrid is open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The market is untapped. No dominant player. Timing is right.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4645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Your sandbox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882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React, Supabase, AI features, booking flow — you decide the roadmap.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475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</a:rPr>
              <a:t>MASSAGE CLUB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massageclub.io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Why this. Why now.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Why you.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Four reasons this is the right project at the right moment.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40280"/>
            <a:ext cx="379476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40280"/>
            <a:ext cx="45720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50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68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product, real 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The app is live. The subscription model is proven elsewhere. Madrid is untapped and ready.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240280"/>
            <a:ext cx="379476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2240280"/>
            <a:ext cx="45720" cy="10972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350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2368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in at the start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Co-founder title, meaningful equity. You won't be employee #47 — you'll be the person who built this.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379476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520440"/>
            <a:ext cx="45720" cy="10972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market that isn't going anywhere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Wellness is growing. People are spending more on their bodies. This is the right category at the right time.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379476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3520440"/>
            <a:ext cx="45720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648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something you can show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A consumer app in a city you live in. Real users, real bookings, real impact on people's lives.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736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</a:rPr>
              <a:t>Interested? Let's talk.  →  jordan@massageclub.io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736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Massage Club — Co-founder Deck</dc:title>
  <dc:subject>PptxGenJS Presentation</dc:subject>
  <dc:creator>PptxGenJS</dc:creator>
  <cp:lastModifiedBy>PptxGenJS</cp:lastModifiedBy>
  <cp:revision>1</cp:revision>
  <dcterms:created xsi:type="dcterms:W3CDTF">2026-05-25T22:30:52Z</dcterms:created>
  <dcterms:modified xsi:type="dcterms:W3CDTF">2026-05-25T22:30:52Z</dcterms:modified>
</cp:coreProperties>
</file>